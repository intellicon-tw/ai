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64592"/>
            <a:ext cx="1188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新一代工作團隊 = 人類員工 + </a:t>
            </a:r>
            <a:pPr algn="ctr" indent="0" marL="0">
              <a:buNone/>
            </a:pPr>
            <a:r>
              <a:rPr lang="en-US" sz="3000" b="1" dirty="0">
                <a:solidFill>
                  <a:srgbClr val="534A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助理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886968"/>
            <a:ext cx="2194560" cy="5029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8869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研發設計部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118104" y="886968"/>
            <a:ext cx="2194560" cy="5029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18104" y="8869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生產／生管部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367528" y="886968"/>
            <a:ext cx="2194560" cy="5029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67528" y="8869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品保／法規部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16952" y="886968"/>
            <a:ext cx="2194560" cy="5029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16952" y="8869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業務／客服部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866376" y="886968"/>
            <a:ext cx="2194560" cy="5029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66376" y="8869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採購／供應鏈部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64592" y="1417320"/>
            <a:ext cx="640080" cy="2331720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1417320"/>
            <a:ext cx="64008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34A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6000" dirty="0"/>
          </a:p>
        </p:txBody>
      </p:sp>
      <p:sp>
        <p:nvSpPr>
          <p:cNvPr id="15" name="Shape 13"/>
          <p:cNvSpPr/>
          <p:nvPr/>
        </p:nvSpPr>
        <p:spPr>
          <a:xfrm>
            <a:off x="164592" y="3794760"/>
            <a:ext cx="640080" cy="2743200"/>
          </a:xfrm>
          <a:prstGeom prst="rect">
            <a:avLst/>
          </a:prstGeom>
          <a:solidFill>
            <a:srgbClr val="E5E3DC"/>
          </a:solidFill>
          <a:ln w="12700">
            <a:solidFill>
              <a:srgbClr val="E5E3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3794760"/>
            <a:ext cx="640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F5E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</a:t>
            </a:r>
            <a:endParaRPr lang="en-US" sz="6000" dirty="0"/>
          </a:p>
        </p:txBody>
      </p:sp>
      <p:sp>
        <p:nvSpPr>
          <p:cNvPr id="17" name="Shape 15"/>
          <p:cNvSpPr/>
          <p:nvPr/>
        </p:nvSpPr>
        <p:spPr>
          <a:xfrm>
            <a:off x="868680" y="1417320"/>
            <a:ext cx="2194560" cy="2331720"/>
          </a:xfrm>
          <a:prstGeom prst="rect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1527048"/>
            <a:ext cx="19659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材料規格即時查詢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技術文件重點摘要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Datasheet 規格比對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歷史設計案檢索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選型建議初篩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測試報告整理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18104" y="1417320"/>
            <a:ext cx="2194560" cy="2331720"/>
          </a:xfrm>
          <a:prstGeom prst="rect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5264" y="1527048"/>
            <a:ext cx="19659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製程 SOP 問答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設備異常排查指引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工序參數查詢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排程資料彙整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生產報表生成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新人作業教學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67528" y="1417320"/>
            <a:ext cx="2194560" cy="2331720"/>
          </a:xfrm>
          <a:prstGeom prst="rect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04688" y="1527048"/>
            <a:ext cx="19659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品質異常案例檢索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根因與對策推薦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法規條文查詢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稽核文件彙整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客訴紀錄比對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 合規初篩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16952" y="1417320"/>
            <a:ext cx="2194560" cy="2331720"/>
          </a:xfrm>
          <a:prstGeom prst="rect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54112" y="1527048"/>
            <a:ext cx="19659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客訴歷史檢索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RFQ 報價草稿生成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產品規格問答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訂單資訊查詢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認證適用查詢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客戶郵件初擬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866376" y="1417320"/>
            <a:ext cx="2194560" cy="2331720"/>
          </a:xfrm>
          <a:prstGeom prst="rect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03536" y="1527048"/>
            <a:ext cx="19659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供應商料況查詢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缺料風險預警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替代料建議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交期資料彙整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供應商文件檢索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採購報表生成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68680" y="3794760"/>
            <a:ext cx="2194560" cy="2743200"/>
          </a:xfrm>
          <a:prstGeom prst="rect">
            <a:avLst/>
          </a:prstGeom>
          <a:solidFill>
            <a:srgbClr val="EFEDE6"/>
          </a:solidFill>
          <a:ln w="12700">
            <a:solidFill>
              <a:srgbClr val="EFED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959352"/>
            <a:ext cx="1965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創新設計決策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跨域系統整合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客戶需求轉譯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關鍵選型拍板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專利與技術佈局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118104" y="3794760"/>
            <a:ext cx="2194560" cy="2743200"/>
          </a:xfrm>
          <a:prstGeom prst="rect">
            <a:avLst/>
          </a:prstGeom>
          <a:solidFill>
            <a:srgbClr val="EFEDE6"/>
          </a:solidFill>
          <a:ln w="12700">
            <a:solidFill>
              <a:srgbClr val="EFE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55264" y="3959352"/>
            <a:ext cx="1965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現場異常處置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設備調校與校正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產線跨班協調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量產風險判斷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67528" y="3794760"/>
            <a:ext cx="2194560" cy="2743200"/>
          </a:xfrm>
          <a:prstGeom prst="rect">
            <a:avLst/>
          </a:prstGeom>
          <a:solidFill>
            <a:srgbClr val="EFEDE6"/>
          </a:solidFill>
          <a:ln w="12700">
            <a:solidFill>
              <a:srgbClr val="EFE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3959352"/>
            <a:ext cx="1965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最終品質判定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稽核現場應對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合規策略制定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重大異常裁決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616952" y="3794760"/>
            <a:ext cx="2194560" cy="2743200"/>
          </a:xfrm>
          <a:prstGeom prst="rect">
            <a:avLst/>
          </a:prstGeom>
          <a:solidFill>
            <a:srgbClr val="EFEDE6"/>
          </a:solidFill>
          <a:ln w="12700">
            <a:solidFill>
              <a:srgbClr val="EFE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3959352"/>
            <a:ext cx="1965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客戶關係經營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商務條件談判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客製需求拍板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爭議與信任處理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866376" y="3794760"/>
            <a:ext cx="2194560" cy="2743200"/>
          </a:xfrm>
          <a:prstGeom prst="rect">
            <a:avLst/>
          </a:prstGeom>
          <a:solidFill>
            <a:srgbClr val="EFEDE6"/>
          </a:solidFill>
          <a:ln w="12700">
            <a:solidFill>
              <a:srgbClr val="EFED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03536" y="3959352"/>
            <a:ext cx="1965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供應商議價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策略採購規劃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斷料風險決策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供應商關係維繫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2026-06-02T16:21:55Z</dcterms:created>
  <dcterms:modified xsi:type="dcterms:W3CDTF">2026-06-02T16:21:55Z</dcterms:modified>
</cp:coreProperties>
</file>